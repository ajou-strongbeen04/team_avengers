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6F440-72C9-45C1-89A7-4E710507367B}" v="1" dt="2026-05-15T17:24:50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7" d="100"/>
          <a:sy n="187" d="100"/>
        </p:scale>
        <p:origin x="16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5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109728" cy="3108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유체역학 × Multimodal AI 기반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양식 최적화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Aquaculture Optimization via Fluid Dynamics &amp; Gemini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68580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제2회 Google-아주대학교 AI융합캡스톤디자인 대회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  _(미정)_   |   기계공학 2 · SW 2 · 경영 1   |   2026. 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457200"/>
            <a:ext cx="1920240" cy="19202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89520" y="1097280"/>
            <a:ext cx="1280160" cy="128016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233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Dead Zone 발생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가두리 내 유체 순환 설계 부재로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산소·먹이 분포 불균일 발생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폐사율 상승, 생산성 저하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02336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0233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데이터 활용 단절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센서로 데이터 수집 가능하나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기록·직관적 판단에 의존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기반 의사결정 부재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663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유체역학적 환경 설계 + Multimodal AI 분석으로 두 문제를 동시에 해결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핵심 아이디어 — 4 Layer 통합 플랫폼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수중 카메라 · IoT 센서(Firebase)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시세 API · Google 실시간 검색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651760"/>
            <a:ext cx="1828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6888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33172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60320" y="24231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영상 분석(행동·성장·질병)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수중 음향 분석 · Python 성장 모델링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2651760"/>
            <a:ext cx="1828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17720" y="1097280"/>
            <a:ext cx="1965960" cy="3474720"/>
          </a:xfrm>
          <a:prstGeom prst="rect">
            <a:avLst/>
          </a:prstGeom>
          <a:solidFill>
            <a:srgbClr val="028F6E"/>
          </a:solidFill>
          <a:ln w="12700">
            <a:solidFill>
              <a:srgbClr val="028F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Layer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09160" y="24231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펌프 자동 제어 · 급이 장치 연동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이상 알림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1828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65960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33172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0" y="242316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대시보드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자동 보고서 · Sheets 기록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2.0 · Firebase · BigQuery · Google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차별점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(AS-IS)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005840"/>
            <a:ext cx="3886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892040" y="10058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 (TO-BE)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IoT 수집 단계에 머무름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멀티모달 복합 해석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38404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Dead Zone — 환경 설계 없음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35915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92040" y="2313432"/>
            <a:ext cx="3886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235915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유체역학 시뮬레이션으로 제거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16382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수동 출하 결정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316382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92040" y="3118104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316382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시장 시세 연동 자동 추천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22776"/>
            <a:ext cx="38404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수기 일일 기록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396849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92040" y="3922776"/>
            <a:ext cx="3886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0" y="396849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자동 보고서 생성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기대효과 &amp; 팀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331720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향상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 제거로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어류 생존율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성장률 개선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097280"/>
            <a:ext cx="2331720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7180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7180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절감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21945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질병 조기감지로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사료·치료 비용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097280"/>
            <a:ext cx="2331720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57784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1945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출원·논문 발표·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스마트수산업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 기반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1600200" cy="1143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7947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김강빈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기계공학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유체역학·센서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3749040"/>
            <a:ext cx="1600200" cy="1143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057400" y="37947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최성준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기계공학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 시뮬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1600200" cy="1143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794760" y="37947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한규태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Gemini·대시보드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3749040"/>
            <a:ext cx="1600200" cy="1143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32120" y="37947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신동하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백엔드·API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3749040"/>
            <a:ext cx="1600200" cy="1143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69480" y="37947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송두산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BM·발표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6C0412-3F60-425C-9F31-D639DE0875C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d7b8bf8-4c65-4abe-94df-8a3710cf97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</Words>
  <Application>Microsoft Office PowerPoint</Application>
  <PresentationFormat>화면 슬라이드 쇼(16:9)</PresentationFormat>
  <Paragraphs>85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유체역학 × Multimodal AI 기반 스마트 양식 최적화 시스템</dc:title>
  <dc:subject>PptxGenJS Presentation</dc:subject>
  <dc:creator>PptxGenJS</dc:creator>
  <cp:lastModifiedBy>강빈 김</cp:lastModifiedBy>
  <cp:revision>1</cp:revision>
  <dcterms:created xsi:type="dcterms:W3CDTF">2026-05-15T17:09:43Z</dcterms:created>
  <dcterms:modified xsi:type="dcterms:W3CDTF">2026-05-15T17:24:56Z</dcterms:modified>
</cp:coreProperties>
</file>